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2" r:id="rId1"/>
  </p:sldMasterIdLst>
  <p:sldIdLst>
    <p:sldId id="256" r:id="rId2"/>
  </p:sldIdLst>
  <p:sldSz cx="9525000" cy="478155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013" autoAdjust="0"/>
    <p:restoredTop sz="94660"/>
  </p:normalViewPr>
  <p:slideViewPr>
    <p:cSldViewPr snapToGrid="0">
      <p:cViewPr>
        <p:scale>
          <a:sx n="75" d="100"/>
          <a:sy n="75" d="100"/>
        </p:scale>
        <p:origin x="1818" y="13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90625" y="782536"/>
            <a:ext cx="7143750" cy="1664688"/>
          </a:xfrm>
        </p:spPr>
        <p:txBody>
          <a:bodyPr anchor="b"/>
          <a:lstStyle>
            <a:lvl1pPr algn="ctr">
              <a:defRPr sz="4183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90625" y="2511421"/>
            <a:ext cx="7143750" cy="1154434"/>
          </a:xfrm>
        </p:spPr>
        <p:txBody>
          <a:bodyPr/>
          <a:lstStyle>
            <a:lvl1pPr marL="0" indent="0" algn="ctr">
              <a:buNone/>
              <a:defRPr sz="1673"/>
            </a:lvl1pPr>
            <a:lvl2pPr marL="318760" indent="0" algn="ctr">
              <a:buNone/>
              <a:defRPr sz="1394"/>
            </a:lvl2pPr>
            <a:lvl3pPr marL="637520" indent="0" algn="ctr">
              <a:buNone/>
              <a:defRPr sz="1255"/>
            </a:lvl3pPr>
            <a:lvl4pPr marL="956280" indent="0" algn="ctr">
              <a:buNone/>
              <a:defRPr sz="1116"/>
            </a:lvl4pPr>
            <a:lvl5pPr marL="1275039" indent="0" algn="ctr">
              <a:buNone/>
              <a:defRPr sz="1116"/>
            </a:lvl5pPr>
            <a:lvl6pPr marL="1593799" indent="0" algn="ctr">
              <a:buNone/>
              <a:defRPr sz="1116"/>
            </a:lvl6pPr>
            <a:lvl7pPr marL="1912559" indent="0" algn="ctr">
              <a:buNone/>
              <a:defRPr sz="1116"/>
            </a:lvl7pPr>
            <a:lvl8pPr marL="2231319" indent="0" algn="ctr">
              <a:buNone/>
              <a:defRPr sz="1116"/>
            </a:lvl8pPr>
            <a:lvl9pPr marL="2550079" indent="0" algn="ctr">
              <a:buNone/>
              <a:defRPr sz="1116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F3D6AA-1A24-4623-8276-359C05C6679F}" type="datetimeFigureOut">
              <a:rPr lang="en-US" smtClean="0"/>
              <a:t>11/2/2025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05C231-0F62-4914-989B-1F48E24F0FE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7438934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F3D6AA-1A24-4623-8276-359C05C6679F}" type="datetimeFigureOut">
              <a:rPr lang="en-US" smtClean="0"/>
              <a:t>11/2/2025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05C231-0F62-4914-989B-1F48E24F0FE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9671909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9883" y="1192067"/>
            <a:ext cx="8215313" cy="1988992"/>
          </a:xfrm>
        </p:spPr>
        <p:txBody>
          <a:bodyPr anchor="b"/>
          <a:lstStyle>
            <a:lvl1pPr>
              <a:defRPr sz="4183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49883" y="3199876"/>
            <a:ext cx="8215313" cy="1045964"/>
          </a:xfrm>
        </p:spPr>
        <p:txBody>
          <a:bodyPr/>
          <a:lstStyle>
            <a:lvl1pPr marL="0" indent="0">
              <a:buNone/>
              <a:defRPr sz="1673">
                <a:solidFill>
                  <a:schemeClr val="tx1">
                    <a:tint val="82000"/>
                  </a:schemeClr>
                </a:solidFill>
              </a:defRPr>
            </a:lvl1pPr>
            <a:lvl2pPr marL="318760" indent="0">
              <a:buNone/>
              <a:defRPr sz="1394">
                <a:solidFill>
                  <a:schemeClr val="tx1">
                    <a:tint val="82000"/>
                  </a:schemeClr>
                </a:solidFill>
              </a:defRPr>
            </a:lvl2pPr>
            <a:lvl3pPr marL="637520" indent="0">
              <a:buNone/>
              <a:defRPr sz="1255">
                <a:solidFill>
                  <a:schemeClr val="tx1">
                    <a:tint val="82000"/>
                  </a:schemeClr>
                </a:solidFill>
              </a:defRPr>
            </a:lvl3pPr>
            <a:lvl4pPr marL="956280" indent="0">
              <a:buNone/>
              <a:defRPr sz="1116">
                <a:solidFill>
                  <a:schemeClr val="tx1">
                    <a:tint val="82000"/>
                  </a:schemeClr>
                </a:solidFill>
              </a:defRPr>
            </a:lvl4pPr>
            <a:lvl5pPr marL="1275039" indent="0">
              <a:buNone/>
              <a:defRPr sz="1116">
                <a:solidFill>
                  <a:schemeClr val="tx1">
                    <a:tint val="82000"/>
                  </a:schemeClr>
                </a:solidFill>
              </a:defRPr>
            </a:lvl5pPr>
            <a:lvl6pPr marL="1593799" indent="0">
              <a:buNone/>
              <a:defRPr sz="1116">
                <a:solidFill>
                  <a:schemeClr val="tx1">
                    <a:tint val="82000"/>
                  </a:schemeClr>
                </a:solidFill>
              </a:defRPr>
            </a:lvl6pPr>
            <a:lvl7pPr marL="1912559" indent="0">
              <a:buNone/>
              <a:defRPr sz="1116">
                <a:solidFill>
                  <a:schemeClr val="tx1">
                    <a:tint val="82000"/>
                  </a:schemeClr>
                </a:solidFill>
              </a:defRPr>
            </a:lvl7pPr>
            <a:lvl8pPr marL="2231319" indent="0">
              <a:buNone/>
              <a:defRPr sz="1116">
                <a:solidFill>
                  <a:schemeClr val="tx1">
                    <a:tint val="82000"/>
                  </a:schemeClr>
                </a:solidFill>
              </a:defRPr>
            </a:lvl8pPr>
            <a:lvl9pPr marL="2550079" indent="0">
              <a:buNone/>
              <a:defRPr sz="1116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F3D6AA-1A24-4623-8276-359C05C6679F}" type="datetimeFigureOut">
              <a:rPr lang="en-US" smtClean="0"/>
              <a:t>11/2/2025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05C231-0F62-4914-989B-1F48E24F0FE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5766031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54844" y="1272866"/>
            <a:ext cx="4048125" cy="303385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822031" y="1272866"/>
            <a:ext cx="4048125" cy="303385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F3D6AA-1A24-4623-8276-359C05C6679F}" type="datetimeFigureOut">
              <a:rPr lang="en-US" smtClean="0"/>
              <a:t>11/2/2025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05C231-0F62-4914-989B-1F48E24F0FE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8416171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56084" y="254574"/>
            <a:ext cx="8215313" cy="924212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56085" y="1172144"/>
            <a:ext cx="4029521" cy="574450"/>
          </a:xfrm>
        </p:spPr>
        <p:txBody>
          <a:bodyPr anchor="b"/>
          <a:lstStyle>
            <a:lvl1pPr marL="0" indent="0">
              <a:buNone/>
              <a:defRPr sz="1673" b="1"/>
            </a:lvl1pPr>
            <a:lvl2pPr marL="318760" indent="0">
              <a:buNone/>
              <a:defRPr sz="1394" b="1"/>
            </a:lvl2pPr>
            <a:lvl3pPr marL="637520" indent="0">
              <a:buNone/>
              <a:defRPr sz="1255" b="1"/>
            </a:lvl3pPr>
            <a:lvl4pPr marL="956280" indent="0">
              <a:buNone/>
              <a:defRPr sz="1116" b="1"/>
            </a:lvl4pPr>
            <a:lvl5pPr marL="1275039" indent="0">
              <a:buNone/>
              <a:defRPr sz="1116" b="1"/>
            </a:lvl5pPr>
            <a:lvl6pPr marL="1593799" indent="0">
              <a:buNone/>
              <a:defRPr sz="1116" b="1"/>
            </a:lvl6pPr>
            <a:lvl7pPr marL="1912559" indent="0">
              <a:buNone/>
              <a:defRPr sz="1116" b="1"/>
            </a:lvl7pPr>
            <a:lvl8pPr marL="2231319" indent="0">
              <a:buNone/>
              <a:defRPr sz="1116" b="1"/>
            </a:lvl8pPr>
            <a:lvl9pPr marL="2550079" indent="0">
              <a:buNone/>
              <a:defRPr sz="1116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56085" y="1746594"/>
            <a:ext cx="4029521" cy="256897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822031" y="1172144"/>
            <a:ext cx="4049366" cy="574450"/>
          </a:xfrm>
        </p:spPr>
        <p:txBody>
          <a:bodyPr anchor="b"/>
          <a:lstStyle>
            <a:lvl1pPr marL="0" indent="0">
              <a:buNone/>
              <a:defRPr sz="1673" b="1"/>
            </a:lvl1pPr>
            <a:lvl2pPr marL="318760" indent="0">
              <a:buNone/>
              <a:defRPr sz="1394" b="1"/>
            </a:lvl2pPr>
            <a:lvl3pPr marL="637520" indent="0">
              <a:buNone/>
              <a:defRPr sz="1255" b="1"/>
            </a:lvl3pPr>
            <a:lvl4pPr marL="956280" indent="0">
              <a:buNone/>
              <a:defRPr sz="1116" b="1"/>
            </a:lvl4pPr>
            <a:lvl5pPr marL="1275039" indent="0">
              <a:buNone/>
              <a:defRPr sz="1116" b="1"/>
            </a:lvl5pPr>
            <a:lvl6pPr marL="1593799" indent="0">
              <a:buNone/>
              <a:defRPr sz="1116" b="1"/>
            </a:lvl6pPr>
            <a:lvl7pPr marL="1912559" indent="0">
              <a:buNone/>
              <a:defRPr sz="1116" b="1"/>
            </a:lvl7pPr>
            <a:lvl8pPr marL="2231319" indent="0">
              <a:buNone/>
              <a:defRPr sz="1116" b="1"/>
            </a:lvl8pPr>
            <a:lvl9pPr marL="2550079" indent="0">
              <a:buNone/>
              <a:defRPr sz="1116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822031" y="1746594"/>
            <a:ext cx="4049366" cy="256897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F3D6AA-1A24-4623-8276-359C05C6679F}" type="datetimeFigureOut">
              <a:rPr lang="en-US" smtClean="0"/>
              <a:t>11/2/2025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05C231-0F62-4914-989B-1F48E24F0FE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9030244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F3D6AA-1A24-4623-8276-359C05C6679F}" type="datetimeFigureOut">
              <a:rPr lang="en-US" smtClean="0"/>
              <a:t>11/2/2025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05C231-0F62-4914-989B-1F48E24F0FE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0317504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F3D6AA-1A24-4623-8276-359C05C6679F}" type="datetimeFigureOut">
              <a:rPr lang="en-US" smtClean="0"/>
              <a:t>11/2/2025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05C231-0F62-4914-989B-1F48E24F0FE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5677495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56085" y="318770"/>
            <a:ext cx="3072060" cy="1115695"/>
          </a:xfrm>
        </p:spPr>
        <p:txBody>
          <a:bodyPr anchor="b"/>
          <a:lstStyle>
            <a:lvl1pPr>
              <a:defRPr sz="2231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049366" y="688455"/>
            <a:ext cx="4822031" cy="3398000"/>
          </a:xfrm>
        </p:spPr>
        <p:txBody>
          <a:bodyPr/>
          <a:lstStyle>
            <a:lvl1pPr>
              <a:defRPr sz="2231"/>
            </a:lvl1pPr>
            <a:lvl2pPr>
              <a:defRPr sz="1952"/>
            </a:lvl2pPr>
            <a:lvl3pPr>
              <a:defRPr sz="1673"/>
            </a:lvl3pPr>
            <a:lvl4pPr>
              <a:defRPr sz="1394"/>
            </a:lvl4pPr>
            <a:lvl5pPr>
              <a:defRPr sz="1394"/>
            </a:lvl5pPr>
            <a:lvl6pPr>
              <a:defRPr sz="1394"/>
            </a:lvl6pPr>
            <a:lvl7pPr>
              <a:defRPr sz="1394"/>
            </a:lvl7pPr>
            <a:lvl8pPr>
              <a:defRPr sz="1394"/>
            </a:lvl8pPr>
            <a:lvl9pPr>
              <a:defRPr sz="1394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56085" y="1434465"/>
            <a:ext cx="3072060" cy="2657524"/>
          </a:xfrm>
        </p:spPr>
        <p:txBody>
          <a:bodyPr/>
          <a:lstStyle>
            <a:lvl1pPr marL="0" indent="0">
              <a:buNone/>
              <a:defRPr sz="1116"/>
            </a:lvl1pPr>
            <a:lvl2pPr marL="318760" indent="0">
              <a:buNone/>
              <a:defRPr sz="976"/>
            </a:lvl2pPr>
            <a:lvl3pPr marL="637520" indent="0">
              <a:buNone/>
              <a:defRPr sz="837"/>
            </a:lvl3pPr>
            <a:lvl4pPr marL="956280" indent="0">
              <a:buNone/>
              <a:defRPr sz="697"/>
            </a:lvl4pPr>
            <a:lvl5pPr marL="1275039" indent="0">
              <a:buNone/>
              <a:defRPr sz="697"/>
            </a:lvl5pPr>
            <a:lvl6pPr marL="1593799" indent="0">
              <a:buNone/>
              <a:defRPr sz="697"/>
            </a:lvl6pPr>
            <a:lvl7pPr marL="1912559" indent="0">
              <a:buNone/>
              <a:defRPr sz="697"/>
            </a:lvl7pPr>
            <a:lvl8pPr marL="2231319" indent="0">
              <a:buNone/>
              <a:defRPr sz="697"/>
            </a:lvl8pPr>
            <a:lvl9pPr marL="2550079" indent="0">
              <a:buNone/>
              <a:defRPr sz="697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F3D6AA-1A24-4623-8276-359C05C6679F}" type="datetimeFigureOut">
              <a:rPr lang="en-US" smtClean="0"/>
              <a:t>11/2/2025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05C231-0F62-4914-989B-1F48E24F0FE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6222348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56085" y="318770"/>
            <a:ext cx="3072060" cy="1115695"/>
          </a:xfrm>
        </p:spPr>
        <p:txBody>
          <a:bodyPr anchor="b"/>
          <a:lstStyle>
            <a:lvl1pPr>
              <a:defRPr sz="2231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049366" y="688455"/>
            <a:ext cx="4822031" cy="3398000"/>
          </a:xfrm>
        </p:spPr>
        <p:txBody>
          <a:bodyPr anchor="t"/>
          <a:lstStyle>
            <a:lvl1pPr marL="0" indent="0">
              <a:buNone/>
              <a:defRPr sz="2231"/>
            </a:lvl1pPr>
            <a:lvl2pPr marL="318760" indent="0">
              <a:buNone/>
              <a:defRPr sz="1952"/>
            </a:lvl2pPr>
            <a:lvl3pPr marL="637520" indent="0">
              <a:buNone/>
              <a:defRPr sz="1673"/>
            </a:lvl3pPr>
            <a:lvl4pPr marL="956280" indent="0">
              <a:buNone/>
              <a:defRPr sz="1394"/>
            </a:lvl4pPr>
            <a:lvl5pPr marL="1275039" indent="0">
              <a:buNone/>
              <a:defRPr sz="1394"/>
            </a:lvl5pPr>
            <a:lvl6pPr marL="1593799" indent="0">
              <a:buNone/>
              <a:defRPr sz="1394"/>
            </a:lvl6pPr>
            <a:lvl7pPr marL="1912559" indent="0">
              <a:buNone/>
              <a:defRPr sz="1394"/>
            </a:lvl7pPr>
            <a:lvl8pPr marL="2231319" indent="0">
              <a:buNone/>
              <a:defRPr sz="1394"/>
            </a:lvl8pPr>
            <a:lvl9pPr marL="2550079" indent="0">
              <a:buNone/>
              <a:defRPr sz="1394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56085" y="1434465"/>
            <a:ext cx="3072060" cy="2657524"/>
          </a:xfrm>
        </p:spPr>
        <p:txBody>
          <a:bodyPr/>
          <a:lstStyle>
            <a:lvl1pPr marL="0" indent="0">
              <a:buNone/>
              <a:defRPr sz="1116"/>
            </a:lvl1pPr>
            <a:lvl2pPr marL="318760" indent="0">
              <a:buNone/>
              <a:defRPr sz="976"/>
            </a:lvl2pPr>
            <a:lvl3pPr marL="637520" indent="0">
              <a:buNone/>
              <a:defRPr sz="837"/>
            </a:lvl3pPr>
            <a:lvl4pPr marL="956280" indent="0">
              <a:buNone/>
              <a:defRPr sz="697"/>
            </a:lvl4pPr>
            <a:lvl5pPr marL="1275039" indent="0">
              <a:buNone/>
              <a:defRPr sz="697"/>
            </a:lvl5pPr>
            <a:lvl6pPr marL="1593799" indent="0">
              <a:buNone/>
              <a:defRPr sz="697"/>
            </a:lvl6pPr>
            <a:lvl7pPr marL="1912559" indent="0">
              <a:buNone/>
              <a:defRPr sz="697"/>
            </a:lvl7pPr>
            <a:lvl8pPr marL="2231319" indent="0">
              <a:buNone/>
              <a:defRPr sz="697"/>
            </a:lvl8pPr>
            <a:lvl9pPr marL="2550079" indent="0">
              <a:buNone/>
              <a:defRPr sz="697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F3D6AA-1A24-4623-8276-359C05C6679F}" type="datetimeFigureOut">
              <a:rPr lang="en-US" smtClean="0"/>
              <a:t>11/2/2025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05C231-0F62-4914-989B-1F48E24F0FE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8075947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F3D6AA-1A24-4623-8276-359C05C6679F}" type="datetimeFigureOut">
              <a:rPr lang="en-US" smtClean="0"/>
              <a:t>11/2/2025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05C231-0F62-4914-989B-1F48E24F0FE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4353278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816328" y="254573"/>
            <a:ext cx="2053828" cy="4052143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54844" y="254573"/>
            <a:ext cx="6042422" cy="4052143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F3D6AA-1A24-4623-8276-359C05C6679F}" type="datetimeFigureOut">
              <a:rPr lang="en-US" smtClean="0"/>
              <a:t>11/2/2025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05C231-0F62-4914-989B-1F48E24F0FE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681443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54844" y="254574"/>
            <a:ext cx="8215313" cy="92421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54844" y="1272866"/>
            <a:ext cx="8215313" cy="303385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54844" y="4431789"/>
            <a:ext cx="2143125" cy="25457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837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DF3D6AA-1A24-4623-8276-359C05C6679F}" type="datetimeFigureOut">
              <a:rPr lang="en-US" smtClean="0"/>
              <a:t>11/2/2025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55156" y="4431789"/>
            <a:ext cx="3214688" cy="25457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837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727031" y="4431789"/>
            <a:ext cx="2143125" cy="25457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837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F05C231-0F62-4914-989B-1F48E24F0FE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2785380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txStyles>
    <p:titleStyle>
      <a:lvl1pPr algn="l" defTabSz="637520" rtl="0" eaLnBrk="1" latinLnBrk="0" hangingPunct="1">
        <a:lnSpc>
          <a:spcPct val="90000"/>
        </a:lnSpc>
        <a:spcBef>
          <a:spcPct val="0"/>
        </a:spcBef>
        <a:buNone/>
        <a:defRPr sz="3068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59380" indent="-159380" algn="l" defTabSz="637520" rtl="0" eaLnBrk="1" latinLnBrk="0" hangingPunct="1">
        <a:lnSpc>
          <a:spcPct val="90000"/>
        </a:lnSpc>
        <a:spcBef>
          <a:spcPts val="697"/>
        </a:spcBef>
        <a:buFont typeface="Arial" panose="020B0604020202020204" pitchFamily="34" charset="0"/>
        <a:buChar char="•"/>
        <a:defRPr sz="1952" kern="1200">
          <a:solidFill>
            <a:schemeClr val="tx1"/>
          </a:solidFill>
          <a:latin typeface="+mn-lt"/>
          <a:ea typeface="+mn-ea"/>
          <a:cs typeface="+mn-cs"/>
        </a:defRPr>
      </a:lvl1pPr>
      <a:lvl2pPr marL="478140" indent="-159380" algn="l" defTabSz="637520" rtl="0" eaLnBrk="1" latinLnBrk="0" hangingPunct="1">
        <a:lnSpc>
          <a:spcPct val="90000"/>
        </a:lnSpc>
        <a:spcBef>
          <a:spcPts val="349"/>
        </a:spcBef>
        <a:buFont typeface="Arial" panose="020B0604020202020204" pitchFamily="34" charset="0"/>
        <a:buChar char="•"/>
        <a:defRPr sz="1673" kern="1200">
          <a:solidFill>
            <a:schemeClr val="tx1"/>
          </a:solidFill>
          <a:latin typeface="+mn-lt"/>
          <a:ea typeface="+mn-ea"/>
          <a:cs typeface="+mn-cs"/>
        </a:defRPr>
      </a:lvl2pPr>
      <a:lvl3pPr marL="796900" indent="-159380" algn="l" defTabSz="637520" rtl="0" eaLnBrk="1" latinLnBrk="0" hangingPunct="1">
        <a:lnSpc>
          <a:spcPct val="90000"/>
        </a:lnSpc>
        <a:spcBef>
          <a:spcPts val="349"/>
        </a:spcBef>
        <a:buFont typeface="Arial" panose="020B0604020202020204" pitchFamily="34" charset="0"/>
        <a:buChar char="•"/>
        <a:defRPr sz="1394" kern="1200">
          <a:solidFill>
            <a:schemeClr val="tx1"/>
          </a:solidFill>
          <a:latin typeface="+mn-lt"/>
          <a:ea typeface="+mn-ea"/>
          <a:cs typeface="+mn-cs"/>
        </a:defRPr>
      </a:lvl3pPr>
      <a:lvl4pPr marL="1115659" indent="-159380" algn="l" defTabSz="637520" rtl="0" eaLnBrk="1" latinLnBrk="0" hangingPunct="1">
        <a:lnSpc>
          <a:spcPct val="90000"/>
        </a:lnSpc>
        <a:spcBef>
          <a:spcPts val="349"/>
        </a:spcBef>
        <a:buFont typeface="Arial" panose="020B0604020202020204" pitchFamily="34" charset="0"/>
        <a:buChar char="•"/>
        <a:defRPr sz="1255" kern="1200">
          <a:solidFill>
            <a:schemeClr val="tx1"/>
          </a:solidFill>
          <a:latin typeface="+mn-lt"/>
          <a:ea typeface="+mn-ea"/>
          <a:cs typeface="+mn-cs"/>
        </a:defRPr>
      </a:lvl4pPr>
      <a:lvl5pPr marL="1434419" indent="-159380" algn="l" defTabSz="637520" rtl="0" eaLnBrk="1" latinLnBrk="0" hangingPunct="1">
        <a:lnSpc>
          <a:spcPct val="90000"/>
        </a:lnSpc>
        <a:spcBef>
          <a:spcPts val="349"/>
        </a:spcBef>
        <a:buFont typeface="Arial" panose="020B0604020202020204" pitchFamily="34" charset="0"/>
        <a:buChar char="•"/>
        <a:defRPr sz="1255" kern="1200">
          <a:solidFill>
            <a:schemeClr val="tx1"/>
          </a:solidFill>
          <a:latin typeface="+mn-lt"/>
          <a:ea typeface="+mn-ea"/>
          <a:cs typeface="+mn-cs"/>
        </a:defRPr>
      </a:lvl5pPr>
      <a:lvl6pPr marL="1753179" indent="-159380" algn="l" defTabSz="637520" rtl="0" eaLnBrk="1" latinLnBrk="0" hangingPunct="1">
        <a:lnSpc>
          <a:spcPct val="90000"/>
        </a:lnSpc>
        <a:spcBef>
          <a:spcPts val="349"/>
        </a:spcBef>
        <a:buFont typeface="Arial" panose="020B0604020202020204" pitchFamily="34" charset="0"/>
        <a:buChar char="•"/>
        <a:defRPr sz="1255" kern="1200">
          <a:solidFill>
            <a:schemeClr val="tx1"/>
          </a:solidFill>
          <a:latin typeface="+mn-lt"/>
          <a:ea typeface="+mn-ea"/>
          <a:cs typeface="+mn-cs"/>
        </a:defRPr>
      </a:lvl6pPr>
      <a:lvl7pPr marL="2071939" indent="-159380" algn="l" defTabSz="637520" rtl="0" eaLnBrk="1" latinLnBrk="0" hangingPunct="1">
        <a:lnSpc>
          <a:spcPct val="90000"/>
        </a:lnSpc>
        <a:spcBef>
          <a:spcPts val="349"/>
        </a:spcBef>
        <a:buFont typeface="Arial" panose="020B0604020202020204" pitchFamily="34" charset="0"/>
        <a:buChar char="•"/>
        <a:defRPr sz="1255" kern="1200">
          <a:solidFill>
            <a:schemeClr val="tx1"/>
          </a:solidFill>
          <a:latin typeface="+mn-lt"/>
          <a:ea typeface="+mn-ea"/>
          <a:cs typeface="+mn-cs"/>
        </a:defRPr>
      </a:lvl7pPr>
      <a:lvl8pPr marL="2390699" indent="-159380" algn="l" defTabSz="637520" rtl="0" eaLnBrk="1" latinLnBrk="0" hangingPunct="1">
        <a:lnSpc>
          <a:spcPct val="90000"/>
        </a:lnSpc>
        <a:spcBef>
          <a:spcPts val="349"/>
        </a:spcBef>
        <a:buFont typeface="Arial" panose="020B0604020202020204" pitchFamily="34" charset="0"/>
        <a:buChar char="•"/>
        <a:defRPr sz="1255" kern="1200">
          <a:solidFill>
            <a:schemeClr val="tx1"/>
          </a:solidFill>
          <a:latin typeface="+mn-lt"/>
          <a:ea typeface="+mn-ea"/>
          <a:cs typeface="+mn-cs"/>
        </a:defRPr>
      </a:lvl8pPr>
      <a:lvl9pPr marL="2709459" indent="-159380" algn="l" defTabSz="637520" rtl="0" eaLnBrk="1" latinLnBrk="0" hangingPunct="1">
        <a:lnSpc>
          <a:spcPct val="90000"/>
        </a:lnSpc>
        <a:spcBef>
          <a:spcPts val="349"/>
        </a:spcBef>
        <a:buFont typeface="Arial" panose="020B0604020202020204" pitchFamily="34" charset="0"/>
        <a:buChar char="•"/>
        <a:defRPr sz="125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37520" rtl="0" eaLnBrk="1" latinLnBrk="0" hangingPunct="1">
        <a:defRPr sz="1255" kern="1200">
          <a:solidFill>
            <a:schemeClr val="tx1"/>
          </a:solidFill>
          <a:latin typeface="+mn-lt"/>
          <a:ea typeface="+mn-ea"/>
          <a:cs typeface="+mn-cs"/>
        </a:defRPr>
      </a:lvl1pPr>
      <a:lvl2pPr marL="318760" algn="l" defTabSz="637520" rtl="0" eaLnBrk="1" latinLnBrk="0" hangingPunct="1">
        <a:defRPr sz="1255" kern="1200">
          <a:solidFill>
            <a:schemeClr val="tx1"/>
          </a:solidFill>
          <a:latin typeface="+mn-lt"/>
          <a:ea typeface="+mn-ea"/>
          <a:cs typeface="+mn-cs"/>
        </a:defRPr>
      </a:lvl2pPr>
      <a:lvl3pPr marL="637520" algn="l" defTabSz="637520" rtl="0" eaLnBrk="1" latinLnBrk="0" hangingPunct="1">
        <a:defRPr sz="1255" kern="1200">
          <a:solidFill>
            <a:schemeClr val="tx1"/>
          </a:solidFill>
          <a:latin typeface="+mn-lt"/>
          <a:ea typeface="+mn-ea"/>
          <a:cs typeface="+mn-cs"/>
        </a:defRPr>
      </a:lvl3pPr>
      <a:lvl4pPr marL="956280" algn="l" defTabSz="637520" rtl="0" eaLnBrk="1" latinLnBrk="0" hangingPunct="1">
        <a:defRPr sz="1255" kern="1200">
          <a:solidFill>
            <a:schemeClr val="tx1"/>
          </a:solidFill>
          <a:latin typeface="+mn-lt"/>
          <a:ea typeface="+mn-ea"/>
          <a:cs typeface="+mn-cs"/>
        </a:defRPr>
      </a:lvl4pPr>
      <a:lvl5pPr marL="1275039" algn="l" defTabSz="637520" rtl="0" eaLnBrk="1" latinLnBrk="0" hangingPunct="1">
        <a:defRPr sz="1255" kern="1200">
          <a:solidFill>
            <a:schemeClr val="tx1"/>
          </a:solidFill>
          <a:latin typeface="+mn-lt"/>
          <a:ea typeface="+mn-ea"/>
          <a:cs typeface="+mn-cs"/>
        </a:defRPr>
      </a:lvl5pPr>
      <a:lvl6pPr marL="1593799" algn="l" defTabSz="637520" rtl="0" eaLnBrk="1" latinLnBrk="0" hangingPunct="1">
        <a:defRPr sz="1255" kern="1200">
          <a:solidFill>
            <a:schemeClr val="tx1"/>
          </a:solidFill>
          <a:latin typeface="+mn-lt"/>
          <a:ea typeface="+mn-ea"/>
          <a:cs typeface="+mn-cs"/>
        </a:defRPr>
      </a:lvl6pPr>
      <a:lvl7pPr marL="1912559" algn="l" defTabSz="637520" rtl="0" eaLnBrk="1" latinLnBrk="0" hangingPunct="1">
        <a:defRPr sz="1255" kern="1200">
          <a:solidFill>
            <a:schemeClr val="tx1"/>
          </a:solidFill>
          <a:latin typeface="+mn-lt"/>
          <a:ea typeface="+mn-ea"/>
          <a:cs typeface="+mn-cs"/>
        </a:defRPr>
      </a:lvl7pPr>
      <a:lvl8pPr marL="2231319" algn="l" defTabSz="637520" rtl="0" eaLnBrk="1" latinLnBrk="0" hangingPunct="1">
        <a:defRPr sz="1255" kern="1200">
          <a:solidFill>
            <a:schemeClr val="tx1"/>
          </a:solidFill>
          <a:latin typeface="+mn-lt"/>
          <a:ea typeface="+mn-ea"/>
          <a:cs typeface="+mn-cs"/>
        </a:defRPr>
      </a:lvl8pPr>
      <a:lvl9pPr marL="2550079" algn="l" defTabSz="637520" rtl="0" eaLnBrk="1" latinLnBrk="0" hangingPunct="1">
        <a:defRPr sz="1255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id="{BE651695-E5CE-CB8A-E99A-B2ABDF8BCA85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b="8994"/>
          <a:stretch>
            <a:fillRect/>
          </a:stretch>
        </p:blipFill>
        <p:spPr>
          <a:xfrm>
            <a:off x="0" y="-1"/>
            <a:ext cx="9525000" cy="47815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8996865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Them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3</TotalTime>
  <Words>0</Words>
  <Application>Microsoft Office PowerPoint</Application>
  <PresentationFormat>Custom</PresentationFormat>
  <Paragraphs>0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Garrett Ferrara</dc:creator>
  <cp:lastModifiedBy>Garrett Ferrara</cp:lastModifiedBy>
  <cp:revision>1</cp:revision>
  <dcterms:created xsi:type="dcterms:W3CDTF">2025-11-02T05:10:33Z</dcterms:created>
  <dcterms:modified xsi:type="dcterms:W3CDTF">2025-11-02T05:14:01Z</dcterms:modified>
</cp:coreProperties>
</file>