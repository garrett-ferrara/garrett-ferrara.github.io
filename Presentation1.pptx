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97" d="100"/>
          <a:sy n="97" d="100"/>
        </p:scale>
        <p:origin x="27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123F-B287-0788-7FBC-1B3AA8978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A3AC0-261C-9023-9F02-E6C090E1B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96737-E32F-A81D-EA61-8D555C808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510D5-78AB-4A83-25CB-82CC8299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1DAAC-4955-C6C9-4099-6E5E2DED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2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DFB5-A772-F884-7A56-AFA00612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9E66C-64C9-A1CA-E962-22E606C45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1FD15-A90A-FD4D-964D-4C462C74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62009-4CE9-EAC6-D225-44130FF2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EF34A-0009-6C56-D169-02426975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BC41-45E7-7008-3EF6-E256B97D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BD11C-89F3-C74A-8EE7-4888D456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5A4BA-B117-63D6-DC13-1EA1D556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6771D-A655-A6A9-20FF-A99D433B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0D74-923B-D286-5E25-043322DA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8AAC-9029-0E06-49B1-0A4CE754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15CE-4EC4-2640-74BB-A5E05E204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41BE9-AF1C-42BA-402A-FB97BCF47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E17A4-763D-6F78-C0A9-ED3245E6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5B769-5F44-EBEB-25BE-86B9BA85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25F10-0DA0-76D0-A6CF-2A0BC39B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3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DA0BF-8773-7B90-125D-DB6BD336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4BD3A-8586-53A6-3045-29F7E2F57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9968C-8B91-9344-E1F4-39F1E9E72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A0E9B-A04C-5703-C800-3AA39D592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5D3BF-3317-ABA9-316F-6FE011151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8285D-999D-9E77-8B75-C87674C6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AA1D4-9CC0-DA40-4FE3-56806B42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78D1B-11C5-3C9F-EA53-7E8C49DA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6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56A0-D4AE-E10E-91DC-0D347727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D988-D596-E011-12DC-13803701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11FC-EA96-DCAD-712B-FE2A7F9F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82D3E-6874-F3B4-1FA3-AD10F350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1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28B35-68A2-1060-1C6F-3802C872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18EE7-D49E-EEE6-8A74-29642FEF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7154C-43BD-40BA-0CFA-E91795B9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2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8C5D-F3F3-C4B5-7F3F-07CFE4E6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356B-8459-C8D8-7CE0-F5A63F23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9F301-BF0C-2F61-35D4-CE7425035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85162-93C3-9DFC-A955-221FD922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F4809-A45B-EFFA-D1EC-B1433C63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93AC1-676E-0946-CA31-19B6FC4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7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1604-C983-FEEA-B4F3-56E4C7B81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032A4-AD05-6A4E-9B1F-1F51BA6DC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D1E24-0FCC-E1B1-5CB2-35CD24BD8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3110A-D27A-8C72-96E6-437A04CA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78832-6653-39CB-F1C8-6089474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B6162-82BC-DC7A-B08D-091F14A7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8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E7C9-2579-85A6-D7A0-AFCA3F23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F5702-1378-E0A5-9843-002440DF4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9CDF0-6138-9E2A-65CE-7D7E4D7D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7AE8E-6E1B-3B01-F991-B163B860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4611A-E5BA-CC1A-CE6D-1B9EC2F8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810BE6-6B68-AEEA-B946-6A054CCCD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85832-9779-5E4B-0F5E-DB5AC9556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AA3CD-F02D-ADC0-E620-D55C19D9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0F9E7-778E-0183-BFD9-B99C2CD4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64324-899C-4E6E-EFE4-05EC5FE3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62B9E-77B3-3E46-54B6-3BCDA208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516C7-29FE-A423-663C-8A1BB2BED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44ABA-CC73-3126-1A99-216F5ABFE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93E9E-9551-40AA-A532-C252D6E1025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9B66B-6308-C65C-406F-893760AFC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D239-2DC5-8775-064A-0175F28DA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C3C02-743B-4719-B879-E627A484D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6">
            <a:extLst>
              <a:ext uri="{FF2B5EF4-FFF2-40B4-BE49-F238E27FC236}">
                <a16:creationId xmlns:a16="http://schemas.microsoft.com/office/drawing/2014/main" id="{EC8BDD42-E537-2D6E-9486-0D09AA387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3150" y="3276600"/>
            <a:ext cx="390525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6BC006-553D-3F3B-FE8B-3EEF67B85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7362" y="990600"/>
            <a:ext cx="67532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8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an with a white liquid coming out of it&#10;&#10;AI-generated content may be incorrect.">
            <a:extLst>
              <a:ext uri="{FF2B5EF4-FFF2-40B4-BE49-F238E27FC236}">
                <a16:creationId xmlns:a16="http://schemas.microsoft.com/office/drawing/2014/main" id="{9E42F9F7-4889-722E-0EAD-6D95424AD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12499"/>
          <a:stretch>
            <a:fillRect/>
          </a:stretch>
        </p:blipFill>
        <p:spPr>
          <a:xfrm>
            <a:off x="952500" y="485775"/>
            <a:ext cx="102870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5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Ferrara</dc:creator>
  <cp:lastModifiedBy>Garrett Ferrara</cp:lastModifiedBy>
  <cp:revision>1</cp:revision>
  <dcterms:created xsi:type="dcterms:W3CDTF">2025-11-03T01:08:36Z</dcterms:created>
  <dcterms:modified xsi:type="dcterms:W3CDTF">2025-11-05T00:59:59Z</dcterms:modified>
</cp:coreProperties>
</file>