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5486400" cy="5486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93" autoAdjust="0"/>
    <p:restoredTop sz="94660"/>
  </p:normalViewPr>
  <p:slideViewPr>
    <p:cSldViewPr snapToGrid="0">
      <p:cViewPr>
        <p:scale>
          <a:sx n="125" d="100"/>
          <a:sy n="125" d="100"/>
        </p:scale>
        <p:origin x="286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480" y="897890"/>
            <a:ext cx="4663440" cy="1910080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881630"/>
            <a:ext cx="4114800" cy="1324610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608EE-766E-4927-A8C4-42C2EE7682A9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532A1-E255-4037-8B8D-6CD7E8475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608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608EE-766E-4927-A8C4-42C2EE7682A9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532A1-E255-4037-8B8D-6CD7E8475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504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33" y="1367791"/>
            <a:ext cx="4732020" cy="228219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333" y="3671571"/>
            <a:ext cx="4732020" cy="1200150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82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608EE-766E-4927-A8C4-42C2EE7682A9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532A1-E255-4037-8B8D-6CD7E8475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82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190" y="1460500"/>
            <a:ext cx="233172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7490" y="1460500"/>
            <a:ext cx="233172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608EE-766E-4927-A8C4-42C2EE7682A9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532A1-E255-4037-8B8D-6CD7E8475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960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292101"/>
            <a:ext cx="4732020" cy="106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905" y="1344930"/>
            <a:ext cx="2321004" cy="659130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905" y="2004060"/>
            <a:ext cx="2321004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77490" y="1344930"/>
            <a:ext cx="2332435" cy="659130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77490" y="2004060"/>
            <a:ext cx="2332435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608EE-766E-4927-A8C4-42C2EE7682A9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532A1-E255-4037-8B8D-6CD7E8475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855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608EE-766E-4927-A8C4-42C2EE7682A9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532A1-E255-4037-8B8D-6CD7E8475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71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608EE-766E-4927-A8C4-42C2EE7682A9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532A1-E255-4037-8B8D-6CD7E8475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365760"/>
            <a:ext cx="1769507" cy="128016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435" y="789941"/>
            <a:ext cx="2777490" cy="3898900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645920"/>
            <a:ext cx="1769507" cy="3049270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608EE-766E-4927-A8C4-42C2EE7682A9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532A1-E255-4037-8B8D-6CD7E8475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810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365760"/>
            <a:ext cx="1769507" cy="128016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32435" y="789941"/>
            <a:ext cx="2777490" cy="3898900"/>
          </a:xfrm>
        </p:spPr>
        <p:txBody>
          <a:bodyPr anchor="t"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645920"/>
            <a:ext cx="1769507" cy="3049270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608EE-766E-4927-A8C4-42C2EE7682A9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532A1-E255-4037-8B8D-6CD7E8475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638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608EE-766E-4927-A8C4-42C2EE7682A9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532A1-E255-4037-8B8D-6CD7E8475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851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26205" y="292100"/>
            <a:ext cx="1183005" cy="46494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7190" y="292100"/>
            <a:ext cx="3480435" cy="46494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608EE-766E-4927-A8C4-42C2EE7682A9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532A1-E255-4037-8B8D-6CD7E8475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597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190" y="292101"/>
            <a:ext cx="4732020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190" y="1460500"/>
            <a:ext cx="4732020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7190" y="5085081"/>
            <a:ext cx="123444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8608EE-766E-4927-A8C4-42C2EE7682A9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17370" y="5085081"/>
            <a:ext cx="185166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74770" y="5085081"/>
            <a:ext cx="123444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B532A1-E255-4037-8B8D-6CD7E8475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353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28AC646-F228-B8ED-C6EC-CC51A9CB2B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31" t="4982" r="10062" b="3118"/>
          <a:stretch>
            <a:fillRect/>
          </a:stretch>
        </p:blipFill>
        <p:spPr>
          <a:xfrm>
            <a:off x="-220979" y="-220980"/>
            <a:ext cx="5486400" cy="5486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400292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6813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Garrett Ferrara</dc:creator>
  <cp:lastModifiedBy>Garrett Ferrara</cp:lastModifiedBy>
  <cp:revision>1</cp:revision>
  <dcterms:created xsi:type="dcterms:W3CDTF">2025-10-29T01:32:00Z</dcterms:created>
  <dcterms:modified xsi:type="dcterms:W3CDTF">2025-11-02T19:05:15Z</dcterms:modified>
</cp:coreProperties>
</file>