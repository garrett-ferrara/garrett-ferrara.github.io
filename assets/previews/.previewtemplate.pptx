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56" r:id="rId6"/>
  </p:sldIdLst>
  <p:sldSz cx="9525000" cy="4781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>
        <p:scale>
          <a:sx n="75" d="100"/>
          <a:sy n="75" d="100"/>
        </p:scale>
        <p:origin x="1818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625" y="782536"/>
            <a:ext cx="7143750" cy="1664688"/>
          </a:xfrm>
        </p:spPr>
        <p:txBody>
          <a:bodyPr anchor="b"/>
          <a:lstStyle>
            <a:lvl1pPr algn="ctr">
              <a:defRPr sz="41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625" y="2511421"/>
            <a:ext cx="7143750" cy="1154434"/>
          </a:xfrm>
        </p:spPr>
        <p:txBody>
          <a:bodyPr/>
          <a:lstStyle>
            <a:lvl1pPr marL="0" indent="0" algn="ctr">
              <a:buNone/>
              <a:defRPr sz="1673"/>
            </a:lvl1pPr>
            <a:lvl2pPr marL="318760" indent="0" algn="ctr">
              <a:buNone/>
              <a:defRPr sz="1394"/>
            </a:lvl2pPr>
            <a:lvl3pPr marL="637520" indent="0" algn="ctr">
              <a:buNone/>
              <a:defRPr sz="1255"/>
            </a:lvl3pPr>
            <a:lvl4pPr marL="956280" indent="0" algn="ctr">
              <a:buNone/>
              <a:defRPr sz="1116"/>
            </a:lvl4pPr>
            <a:lvl5pPr marL="1275039" indent="0" algn="ctr">
              <a:buNone/>
              <a:defRPr sz="1116"/>
            </a:lvl5pPr>
            <a:lvl6pPr marL="1593799" indent="0" algn="ctr">
              <a:buNone/>
              <a:defRPr sz="1116"/>
            </a:lvl6pPr>
            <a:lvl7pPr marL="1912559" indent="0" algn="ctr">
              <a:buNone/>
              <a:defRPr sz="1116"/>
            </a:lvl7pPr>
            <a:lvl8pPr marL="2231319" indent="0" algn="ctr">
              <a:buNone/>
              <a:defRPr sz="1116"/>
            </a:lvl8pPr>
            <a:lvl9pPr marL="2550079" indent="0" algn="ctr">
              <a:buNone/>
              <a:defRPr sz="11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3" y="1192067"/>
            <a:ext cx="8215313" cy="1988992"/>
          </a:xfrm>
        </p:spPr>
        <p:txBody>
          <a:bodyPr anchor="b"/>
          <a:lstStyle>
            <a:lvl1pPr>
              <a:defRPr sz="41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83" y="3199876"/>
            <a:ext cx="8215313" cy="1045964"/>
          </a:xfrm>
        </p:spPr>
        <p:txBody>
          <a:bodyPr/>
          <a:lstStyle>
            <a:lvl1pPr marL="0" indent="0">
              <a:buNone/>
              <a:defRPr sz="1673">
                <a:solidFill>
                  <a:schemeClr val="tx1">
                    <a:tint val="82000"/>
                  </a:schemeClr>
                </a:solidFill>
              </a:defRPr>
            </a:lvl1pPr>
            <a:lvl2pPr marL="318760" indent="0">
              <a:buNone/>
              <a:defRPr sz="1394">
                <a:solidFill>
                  <a:schemeClr val="tx1">
                    <a:tint val="82000"/>
                  </a:schemeClr>
                </a:solidFill>
              </a:defRPr>
            </a:lvl2pPr>
            <a:lvl3pPr marL="637520" indent="0">
              <a:buNone/>
              <a:defRPr sz="1255">
                <a:solidFill>
                  <a:schemeClr val="tx1">
                    <a:tint val="82000"/>
                  </a:schemeClr>
                </a:solidFill>
              </a:defRPr>
            </a:lvl3pPr>
            <a:lvl4pPr marL="956280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4pPr>
            <a:lvl5pPr marL="127503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5pPr>
            <a:lvl6pPr marL="159379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6pPr>
            <a:lvl7pPr marL="191255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7pPr>
            <a:lvl8pPr marL="223131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8pPr>
            <a:lvl9pPr marL="255007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844" y="1272866"/>
            <a:ext cx="4048125" cy="3033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2031" y="1272866"/>
            <a:ext cx="4048125" cy="3033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6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4" y="254574"/>
            <a:ext cx="8215313" cy="9242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6085" y="1172144"/>
            <a:ext cx="4029521" cy="574450"/>
          </a:xfrm>
        </p:spPr>
        <p:txBody>
          <a:bodyPr anchor="b"/>
          <a:lstStyle>
            <a:lvl1pPr marL="0" indent="0">
              <a:buNone/>
              <a:defRPr sz="1673" b="1"/>
            </a:lvl1pPr>
            <a:lvl2pPr marL="318760" indent="0">
              <a:buNone/>
              <a:defRPr sz="1394" b="1"/>
            </a:lvl2pPr>
            <a:lvl3pPr marL="637520" indent="0">
              <a:buNone/>
              <a:defRPr sz="1255" b="1"/>
            </a:lvl3pPr>
            <a:lvl4pPr marL="956280" indent="0">
              <a:buNone/>
              <a:defRPr sz="1116" b="1"/>
            </a:lvl4pPr>
            <a:lvl5pPr marL="1275039" indent="0">
              <a:buNone/>
              <a:defRPr sz="1116" b="1"/>
            </a:lvl5pPr>
            <a:lvl6pPr marL="1593799" indent="0">
              <a:buNone/>
              <a:defRPr sz="1116" b="1"/>
            </a:lvl6pPr>
            <a:lvl7pPr marL="1912559" indent="0">
              <a:buNone/>
              <a:defRPr sz="1116" b="1"/>
            </a:lvl7pPr>
            <a:lvl8pPr marL="2231319" indent="0">
              <a:buNone/>
              <a:defRPr sz="1116" b="1"/>
            </a:lvl8pPr>
            <a:lvl9pPr marL="2550079" indent="0">
              <a:buNone/>
              <a:defRPr sz="11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085" y="1746594"/>
            <a:ext cx="4029521" cy="25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2031" y="1172144"/>
            <a:ext cx="4049366" cy="574450"/>
          </a:xfrm>
        </p:spPr>
        <p:txBody>
          <a:bodyPr anchor="b"/>
          <a:lstStyle>
            <a:lvl1pPr marL="0" indent="0">
              <a:buNone/>
              <a:defRPr sz="1673" b="1"/>
            </a:lvl1pPr>
            <a:lvl2pPr marL="318760" indent="0">
              <a:buNone/>
              <a:defRPr sz="1394" b="1"/>
            </a:lvl2pPr>
            <a:lvl3pPr marL="637520" indent="0">
              <a:buNone/>
              <a:defRPr sz="1255" b="1"/>
            </a:lvl3pPr>
            <a:lvl4pPr marL="956280" indent="0">
              <a:buNone/>
              <a:defRPr sz="1116" b="1"/>
            </a:lvl4pPr>
            <a:lvl5pPr marL="1275039" indent="0">
              <a:buNone/>
              <a:defRPr sz="1116" b="1"/>
            </a:lvl5pPr>
            <a:lvl6pPr marL="1593799" indent="0">
              <a:buNone/>
              <a:defRPr sz="1116" b="1"/>
            </a:lvl6pPr>
            <a:lvl7pPr marL="1912559" indent="0">
              <a:buNone/>
              <a:defRPr sz="1116" b="1"/>
            </a:lvl7pPr>
            <a:lvl8pPr marL="2231319" indent="0">
              <a:buNone/>
              <a:defRPr sz="1116" b="1"/>
            </a:lvl8pPr>
            <a:lvl9pPr marL="2550079" indent="0">
              <a:buNone/>
              <a:defRPr sz="11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2031" y="1746594"/>
            <a:ext cx="4049366" cy="25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0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7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7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318770"/>
            <a:ext cx="3072060" cy="1115695"/>
          </a:xfrm>
        </p:spPr>
        <p:txBody>
          <a:bodyPr anchor="b"/>
          <a:lstStyle>
            <a:lvl1pPr>
              <a:defRPr sz="22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66" y="688455"/>
            <a:ext cx="4822031" cy="3398000"/>
          </a:xfrm>
        </p:spPr>
        <p:txBody>
          <a:bodyPr/>
          <a:lstStyle>
            <a:lvl1pPr>
              <a:defRPr sz="2231"/>
            </a:lvl1pPr>
            <a:lvl2pPr>
              <a:defRPr sz="1952"/>
            </a:lvl2pPr>
            <a:lvl3pPr>
              <a:defRPr sz="1673"/>
            </a:lvl3pPr>
            <a:lvl4pPr>
              <a:defRPr sz="1394"/>
            </a:lvl4pPr>
            <a:lvl5pPr>
              <a:defRPr sz="1394"/>
            </a:lvl5pPr>
            <a:lvl6pPr>
              <a:defRPr sz="1394"/>
            </a:lvl6pPr>
            <a:lvl7pPr>
              <a:defRPr sz="1394"/>
            </a:lvl7pPr>
            <a:lvl8pPr>
              <a:defRPr sz="1394"/>
            </a:lvl8pPr>
            <a:lvl9pPr>
              <a:defRPr sz="13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1434465"/>
            <a:ext cx="3072060" cy="2657524"/>
          </a:xfrm>
        </p:spPr>
        <p:txBody>
          <a:bodyPr/>
          <a:lstStyle>
            <a:lvl1pPr marL="0" indent="0">
              <a:buNone/>
              <a:defRPr sz="1116"/>
            </a:lvl1pPr>
            <a:lvl2pPr marL="318760" indent="0">
              <a:buNone/>
              <a:defRPr sz="976"/>
            </a:lvl2pPr>
            <a:lvl3pPr marL="637520" indent="0">
              <a:buNone/>
              <a:defRPr sz="837"/>
            </a:lvl3pPr>
            <a:lvl4pPr marL="956280" indent="0">
              <a:buNone/>
              <a:defRPr sz="697"/>
            </a:lvl4pPr>
            <a:lvl5pPr marL="1275039" indent="0">
              <a:buNone/>
              <a:defRPr sz="697"/>
            </a:lvl5pPr>
            <a:lvl6pPr marL="1593799" indent="0">
              <a:buNone/>
              <a:defRPr sz="697"/>
            </a:lvl6pPr>
            <a:lvl7pPr marL="1912559" indent="0">
              <a:buNone/>
              <a:defRPr sz="697"/>
            </a:lvl7pPr>
            <a:lvl8pPr marL="2231319" indent="0">
              <a:buNone/>
              <a:defRPr sz="697"/>
            </a:lvl8pPr>
            <a:lvl9pPr marL="2550079" indent="0">
              <a:buNone/>
              <a:defRPr sz="6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318770"/>
            <a:ext cx="3072060" cy="1115695"/>
          </a:xfrm>
        </p:spPr>
        <p:txBody>
          <a:bodyPr anchor="b"/>
          <a:lstStyle>
            <a:lvl1pPr>
              <a:defRPr sz="22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9366" y="688455"/>
            <a:ext cx="4822031" cy="3398000"/>
          </a:xfrm>
        </p:spPr>
        <p:txBody>
          <a:bodyPr anchor="t"/>
          <a:lstStyle>
            <a:lvl1pPr marL="0" indent="0">
              <a:buNone/>
              <a:defRPr sz="2231"/>
            </a:lvl1pPr>
            <a:lvl2pPr marL="318760" indent="0">
              <a:buNone/>
              <a:defRPr sz="1952"/>
            </a:lvl2pPr>
            <a:lvl3pPr marL="637520" indent="0">
              <a:buNone/>
              <a:defRPr sz="1673"/>
            </a:lvl3pPr>
            <a:lvl4pPr marL="956280" indent="0">
              <a:buNone/>
              <a:defRPr sz="1394"/>
            </a:lvl4pPr>
            <a:lvl5pPr marL="1275039" indent="0">
              <a:buNone/>
              <a:defRPr sz="1394"/>
            </a:lvl5pPr>
            <a:lvl6pPr marL="1593799" indent="0">
              <a:buNone/>
              <a:defRPr sz="1394"/>
            </a:lvl6pPr>
            <a:lvl7pPr marL="1912559" indent="0">
              <a:buNone/>
              <a:defRPr sz="1394"/>
            </a:lvl7pPr>
            <a:lvl8pPr marL="2231319" indent="0">
              <a:buNone/>
              <a:defRPr sz="1394"/>
            </a:lvl8pPr>
            <a:lvl9pPr marL="2550079" indent="0">
              <a:buNone/>
              <a:defRPr sz="13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1434465"/>
            <a:ext cx="3072060" cy="2657524"/>
          </a:xfrm>
        </p:spPr>
        <p:txBody>
          <a:bodyPr/>
          <a:lstStyle>
            <a:lvl1pPr marL="0" indent="0">
              <a:buNone/>
              <a:defRPr sz="1116"/>
            </a:lvl1pPr>
            <a:lvl2pPr marL="318760" indent="0">
              <a:buNone/>
              <a:defRPr sz="976"/>
            </a:lvl2pPr>
            <a:lvl3pPr marL="637520" indent="0">
              <a:buNone/>
              <a:defRPr sz="837"/>
            </a:lvl3pPr>
            <a:lvl4pPr marL="956280" indent="0">
              <a:buNone/>
              <a:defRPr sz="697"/>
            </a:lvl4pPr>
            <a:lvl5pPr marL="1275039" indent="0">
              <a:buNone/>
              <a:defRPr sz="697"/>
            </a:lvl5pPr>
            <a:lvl6pPr marL="1593799" indent="0">
              <a:buNone/>
              <a:defRPr sz="697"/>
            </a:lvl6pPr>
            <a:lvl7pPr marL="1912559" indent="0">
              <a:buNone/>
              <a:defRPr sz="697"/>
            </a:lvl7pPr>
            <a:lvl8pPr marL="2231319" indent="0">
              <a:buNone/>
              <a:defRPr sz="697"/>
            </a:lvl8pPr>
            <a:lvl9pPr marL="2550079" indent="0">
              <a:buNone/>
              <a:defRPr sz="6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5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3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6328" y="254573"/>
            <a:ext cx="2053828" cy="40521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4844" y="254573"/>
            <a:ext cx="6042422" cy="40521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844" y="254574"/>
            <a:ext cx="8215313" cy="92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844" y="1272866"/>
            <a:ext cx="8215313" cy="303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4844" y="4431789"/>
            <a:ext cx="2143125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5156" y="4431789"/>
            <a:ext cx="3214688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7031" y="4431789"/>
            <a:ext cx="2143125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37520" rtl="0" eaLnBrk="1" latinLnBrk="0" hangingPunct="1">
        <a:lnSpc>
          <a:spcPct val="90000"/>
        </a:lnSpc>
        <a:spcBef>
          <a:spcPct val="0"/>
        </a:spcBef>
        <a:buNone/>
        <a:defRPr sz="30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9380" indent="-159380" algn="l" defTabSz="637520" rtl="0" eaLnBrk="1" latinLnBrk="0" hangingPunct="1">
        <a:lnSpc>
          <a:spcPct val="90000"/>
        </a:lnSpc>
        <a:spcBef>
          <a:spcPts val="697"/>
        </a:spcBef>
        <a:buFont typeface="Arial" panose="020B0604020202020204" pitchFamily="34" charset="0"/>
        <a:buChar char="•"/>
        <a:defRPr sz="1952" kern="1200">
          <a:solidFill>
            <a:schemeClr val="tx1"/>
          </a:solidFill>
          <a:latin typeface="+mn-lt"/>
          <a:ea typeface="+mn-ea"/>
          <a:cs typeface="+mn-cs"/>
        </a:defRPr>
      </a:lvl1pPr>
      <a:lvl2pPr marL="478140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796900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394" kern="1200">
          <a:solidFill>
            <a:schemeClr val="tx1"/>
          </a:solidFill>
          <a:latin typeface="+mn-lt"/>
          <a:ea typeface="+mn-ea"/>
          <a:cs typeface="+mn-cs"/>
        </a:defRPr>
      </a:lvl3pPr>
      <a:lvl4pPr marL="111565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4pPr>
      <a:lvl5pPr marL="143441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5pPr>
      <a:lvl6pPr marL="175317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6pPr>
      <a:lvl7pPr marL="207193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7pPr>
      <a:lvl8pPr marL="239069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8pPr>
      <a:lvl9pPr marL="270945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1pPr>
      <a:lvl2pPr marL="31876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2pPr>
      <a:lvl3pPr marL="63752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3pPr>
      <a:lvl4pPr marL="95628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4pPr>
      <a:lvl5pPr marL="127503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5pPr>
      <a:lvl6pPr marL="159379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6pPr>
      <a:lvl7pPr marL="191255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7pPr>
      <a:lvl8pPr marL="223131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8pPr>
      <a:lvl9pPr marL="255007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98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0D3B-5AAC-7E55-53DF-8B0ED97A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4E6E1-09C4-AA3D-D99D-3A571E45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60" b="8706"/>
          <a:stretch>
            <a:fillRect/>
          </a:stretch>
        </p:blipFill>
        <p:spPr>
          <a:xfrm>
            <a:off x="0" y="1"/>
            <a:ext cx="95250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6F04-7A9A-A5E6-E25A-B65F43C8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A96BB-A990-9D9A-847E-F85C87B62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24" b="386"/>
          <a:stretch>
            <a:fillRect/>
          </a:stretch>
        </p:blipFill>
        <p:spPr>
          <a:xfrm>
            <a:off x="0" y="0"/>
            <a:ext cx="95250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25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F2C29-57AE-1660-25B8-C27C3FB4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2AAB0-6444-ABAE-64FE-93372B1909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13" b="6903"/>
          <a:stretch>
            <a:fillRect/>
          </a:stretch>
        </p:blipFill>
        <p:spPr>
          <a:xfrm>
            <a:off x="0" y="0"/>
            <a:ext cx="95250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6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651695-E5CE-CB8A-E99A-B2ABDF8BC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94"/>
          <a:stretch>
            <a:fillRect/>
          </a:stretch>
        </p:blipFill>
        <p:spPr>
          <a:xfrm>
            <a:off x="0" y="-1"/>
            <a:ext cx="9525000" cy="478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8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Ferrara</dc:creator>
  <cp:lastModifiedBy>Garrett Ferrara</cp:lastModifiedBy>
  <cp:revision>3</cp:revision>
  <dcterms:created xsi:type="dcterms:W3CDTF">2025-11-02T05:10:33Z</dcterms:created>
  <dcterms:modified xsi:type="dcterms:W3CDTF">2025-11-02T05:23:29Z</dcterms:modified>
</cp:coreProperties>
</file>