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344" userDrawn="1">
          <p15:clr>
            <a:srgbClr val="A4A3A4"/>
          </p15:clr>
        </p15:guide>
        <p15:guide id="3" pos="3336" userDrawn="1">
          <p15:clr>
            <a:srgbClr val="A4A3A4"/>
          </p15:clr>
        </p15:guide>
        <p15:guide id="4" orient="horz" pos="1896" userDrawn="1">
          <p15:clr>
            <a:srgbClr val="A4A3A4"/>
          </p15:clr>
        </p15:guide>
        <p15:guide id="5" orient="horz" pos="2424" userDrawn="1">
          <p15:clr>
            <a:srgbClr val="A4A3A4"/>
          </p15:clr>
        </p15:guide>
        <p15:guide id="6" orient="horz" pos="720" userDrawn="1">
          <p15:clr>
            <a:srgbClr val="A4A3A4"/>
          </p15:clr>
        </p15:guide>
        <p15:guide id="7" orient="horz" pos="36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58" y="306"/>
      </p:cViewPr>
      <p:guideLst>
        <p:guide pos="4344"/>
        <p:guide pos="3336"/>
        <p:guide orient="horz" pos="1896"/>
        <p:guide orient="horz" pos="2424"/>
        <p:guide orient="horz" pos="720"/>
        <p:guide orient="horz" pos="36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85B53-15D5-BBA4-3177-130F888EA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D71270-C7F5-5A96-32F6-BAF1AD9A27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B4E06-59B6-7EB9-6AEB-E9F297A6A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1135-2FA6-46C6-B16B-D25D70CCF10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1C7D8-020C-B71B-78FF-990DEABB5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A05BF-1740-52C2-45C2-4B0EDED8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CF5A-1860-44CF-B7BD-7636C386F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84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16204-E239-9BCC-F7E2-AE2206715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85352-A7BC-D613-3894-DCFCE108D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EF502-0424-B327-4ED6-1B4081781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1135-2FA6-46C6-B16B-D25D70CCF10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B46A3-A35B-0461-3D09-E2F5A02A3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43880-F1A6-6236-A34B-370D8FB4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CF5A-1860-44CF-B7BD-7636C386F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2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63ADA-A69C-3763-45FA-A3F38CBF2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176BD-7A7B-ECBC-0EA0-10D84F1BC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50BB4-0333-1C8D-5CE2-13BB7C13F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1135-2FA6-46C6-B16B-D25D70CCF10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3419C-565B-7E11-2CDA-02EA4FF4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8F394-EB27-DDEB-1C02-1A0001FAC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CF5A-1860-44CF-B7BD-7636C386F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496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AE1D5-52F2-0CC5-26B3-6793154CA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457F8-8AB8-CCFB-9EB5-95E9FC5AE9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7F3A8-CD3D-6637-14BD-8486EFE7D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839F8-443A-0F68-4F78-7010D6342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1135-2FA6-46C6-B16B-D25D70CCF10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1C1AE-779A-679B-322A-F162CF9D9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C3FC6-0F30-FF57-E2CB-ACAE880A4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CF5A-1860-44CF-B7BD-7636C386F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4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BD005-8002-7EE7-8A63-5670D5C33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11A73-1DE6-65FE-6348-9A79FA417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D7ED6-4662-310B-86BC-B1700932D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D36EC-DC30-6BA2-5716-EC8CCB5877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1A673-B2D6-8BCF-B56F-F3B53DAB6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D411EF-3CE9-2658-0F88-75F70FDC2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1135-2FA6-46C6-B16B-D25D70CCF10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216D1C-EC98-9632-AD3E-8B73F8F04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4FB19A-5720-884D-3443-A4E07E89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CF5A-1860-44CF-B7BD-7636C386F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751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7C7D6-EA80-E85D-6A34-C36EA79DE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181917-D242-5051-24E2-D5C128D5B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1135-2FA6-46C6-B16B-D25D70CCF10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2D3CB-1DBD-5D61-72B6-EF9BBC638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BC074A-3A4A-6204-AB97-1648C71C6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CF5A-1860-44CF-B7BD-7636C386F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84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B08112-7646-2E9C-EC39-0FE78FAB3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1135-2FA6-46C6-B16B-D25D70CCF10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5C871B-1B95-D3B5-354B-BA07BE88F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0D7C5-73DC-D952-F335-14EDF82C4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CF5A-1860-44CF-B7BD-7636C386F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07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88593-6105-74C7-7722-9A88ED241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1791F-1BD8-64A9-CEB6-6DE644581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85022-90D6-D12B-11D2-AA0D83AFD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C0387-17D0-473E-6394-679DCDD89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1135-2FA6-46C6-B16B-D25D70CCF10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215FEF-17E7-289F-6027-3445FE43F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C624F-1CA3-FAC1-FB70-F8DBE0444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CF5A-1860-44CF-B7BD-7636C386F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644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2EB3D-435D-2E63-2EC8-A09A881F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E1F3C6-406E-4E34-0863-E2DC7FC1F9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429D25-EB74-5837-0E9A-502068072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A3F10-5DAB-A6F2-8B02-9A0849FF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1135-2FA6-46C6-B16B-D25D70CCF10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0A806-712B-5B84-6AC7-FC3F97316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A5452-1330-E218-230C-4B24AE105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CF5A-1860-44CF-B7BD-7636C386F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51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4B5E5-AEB2-BEA3-80E1-196F032F5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7CB307-082C-20DE-E2B2-25AB1C5F1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58032-2772-1776-184E-63931FDBC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1135-2FA6-46C6-B16B-D25D70CCF10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0F4FC-CE08-A806-5999-3D7CFBAEF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672D9-CE91-169C-4270-B2B26CCE4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CF5A-1860-44CF-B7BD-7636C386F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66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C0A67F-264C-2E2C-F2CE-64EC8FD2DE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25502-615A-0561-D012-9BA887256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8DE38-5F38-63C1-38EB-90528907B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01135-2FA6-46C6-B16B-D25D70CCF10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BA746-C023-DB10-F51A-691736B4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F8B89-C0B8-1659-1542-F1F137B59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ECF5A-1860-44CF-B7BD-7636C386F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470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9B701C-3E32-75CF-0F22-A0EF66C90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8C2F0-C0CA-472B-1DF4-FD86748F7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9D23B-B2B0-9F3C-EAA9-5F937C23B8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101135-2FA6-46C6-B16B-D25D70CCF10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037A5-6DBC-2213-F19B-586A6AF90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17D6D-0884-4715-232F-35FE30D6F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ECF5A-1860-44CF-B7BD-7636C386F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51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CD796C-EAE4-F6EC-2260-C802864E6F9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7712614" y="4724400"/>
            <a:ext cx="1600423" cy="847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55669C-763E-8A5F-02B9-B952DC2D05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329"/>
          <a:stretch>
            <a:fillRect/>
          </a:stretch>
        </p:blipFill>
        <p:spPr>
          <a:xfrm>
            <a:off x="1221167" y="1178689"/>
            <a:ext cx="1600200" cy="8430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9B705D-5BA0-38C2-AB6A-13BFBFCA7A9B}"/>
              </a:ext>
            </a:extLst>
          </p:cNvPr>
          <p:cNvPicPr>
            <a:picLocks/>
          </p:cNvPicPr>
          <p:nvPr/>
        </p:nvPicPr>
        <p:blipFill>
          <a:blip r:embed="rId4"/>
          <a:srcRect l="10" t="5948" r="-3" b="5948"/>
          <a:stretch>
            <a:fillRect/>
          </a:stretch>
        </p:blipFill>
        <p:spPr>
          <a:xfrm>
            <a:off x="3049967" y="1178052"/>
            <a:ext cx="1600200" cy="8412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B73159-B8F3-EA0F-3B8F-7C06BAEF57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48" b="12398"/>
          <a:stretch>
            <a:fillRect/>
          </a:stretch>
        </p:blipFill>
        <p:spPr>
          <a:xfrm>
            <a:off x="5097780" y="1178052"/>
            <a:ext cx="1597723" cy="8430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0FF0A3B-7193-6AD5-68DA-3022D8A676C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472" b="5544"/>
          <a:stretch>
            <a:fillRect/>
          </a:stretch>
        </p:blipFill>
        <p:spPr>
          <a:xfrm>
            <a:off x="6995160" y="1178052"/>
            <a:ext cx="1600200" cy="838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B4B9B95-8D74-7A70-BAEE-5712C1394D2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0679"/>
          <a:stretch>
            <a:fillRect/>
          </a:stretch>
        </p:blipFill>
        <p:spPr>
          <a:xfrm>
            <a:off x="8971916" y="1178052"/>
            <a:ext cx="1600312" cy="84302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1013554-C1A2-D068-26B9-6280646B40C5}"/>
              </a:ext>
            </a:extLst>
          </p:cNvPr>
          <p:cNvSpPr/>
          <p:nvPr/>
        </p:nvSpPr>
        <p:spPr>
          <a:xfrm>
            <a:off x="7606907" y="1178052"/>
            <a:ext cx="376705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1</a:t>
            </a:r>
            <a:endParaRPr lang="en-US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BD7BD4-6FCA-4FA4-FECF-22437808CACD}"/>
              </a:ext>
            </a:extLst>
          </p:cNvPr>
          <p:cNvSpPr/>
          <p:nvPr/>
        </p:nvSpPr>
        <p:spPr>
          <a:xfrm>
            <a:off x="9583663" y="1181653"/>
            <a:ext cx="376705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2</a:t>
            </a:r>
            <a:endParaRPr lang="en-US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95499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B667A2-6DAA-4F2A-E2C8-D750A364D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561" y="1142762"/>
            <a:ext cx="7453978" cy="472269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B57B3C-2FF1-9293-D7B8-E20A800D12C5}"/>
              </a:ext>
            </a:extLst>
          </p:cNvPr>
          <p:cNvSpPr/>
          <p:nvPr/>
        </p:nvSpPr>
        <p:spPr>
          <a:xfrm>
            <a:off x="7256207" y="3165987"/>
            <a:ext cx="1936954" cy="383458"/>
          </a:xfrm>
          <a:prstGeom prst="roundRect">
            <a:avLst/>
          </a:prstGeom>
          <a:solidFill>
            <a:srgbClr val="FFCC66">
              <a:alpha val="1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02F379-CEA4-AAFA-1541-33D684C46FC9}"/>
              </a:ext>
            </a:extLst>
          </p:cNvPr>
          <p:cNvSpPr/>
          <p:nvPr/>
        </p:nvSpPr>
        <p:spPr>
          <a:xfrm>
            <a:off x="5840360" y="4265018"/>
            <a:ext cx="776749" cy="1083729"/>
          </a:xfrm>
          <a:prstGeom prst="roundRect">
            <a:avLst/>
          </a:prstGeom>
          <a:solidFill>
            <a:srgbClr val="FFCC66">
              <a:alpha val="1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56B4208-3FB6-F9C5-A354-DC8DB3D2DBBF}"/>
              </a:ext>
            </a:extLst>
          </p:cNvPr>
          <p:cNvSpPr/>
          <p:nvPr/>
        </p:nvSpPr>
        <p:spPr>
          <a:xfrm>
            <a:off x="3805084" y="3541204"/>
            <a:ext cx="5407741" cy="348598"/>
          </a:xfrm>
          <a:prstGeom prst="roundRect">
            <a:avLst/>
          </a:prstGeom>
          <a:solidFill>
            <a:srgbClr val="FFCC66">
              <a:alpha val="1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F190EE5-34A9-235B-5B2C-860F46B6AD66}"/>
              </a:ext>
            </a:extLst>
          </p:cNvPr>
          <p:cNvSpPr/>
          <p:nvPr/>
        </p:nvSpPr>
        <p:spPr>
          <a:xfrm>
            <a:off x="4680154" y="2101923"/>
            <a:ext cx="2054943" cy="348598"/>
          </a:xfrm>
          <a:prstGeom prst="roundRect">
            <a:avLst/>
          </a:prstGeom>
          <a:solidFill>
            <a:srgbClr val="FFCC66">
              <a:alpha val="1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4D8C09-6124-EE4B-409C-D0626D8993D0}"/>
              </a:ext>
            </a:extLst>
          </p:cNvPr>
          <p:cNvSpPr/>
          <p:nvPr/>
        </p:nvSpPr>
        <p:spPr>
          <a:xfrm>
            <a:off x="7884687" y="2363965"/>
            <a:ext cx="6799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12700" cmpd="sng">
                  <a:solidFill>
                    <a:srgbClr val="C00000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48968B-518B-0A95-D010-67BEE619B8C8}"/>
              </a:ext>
            </a:extLst>
          </p:cNvPr>
          <p:cNvSpPr/>
          <p:nvPr/>
        </p:nvSpPr>
        <p:spPr>
          <a:xfrm>
            <a:off x="5190022" y="4345217"/>
            <a:ext cx="6799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12700" cmpd="sng">
                  <a:solidFill>
                    <a:srgbClr val="C00000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4B8D3C-3099-0E2D-B3E8-4DB8A7831F48}"/>
              </a:ext>
            </a:extLst>
          </p:cNvPr>
          <p:cNvSpPr/>
          <p:nvPr/>
        </p:nvSpPr>
        <p:spPr>
          <a:xfrm>
            <a:off x="5976762" y="2801049"/>
            <a:ext cx="6206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12700" cmpd="sng">
                  <a:solidFill>
                    <a:srgbClr val="C00000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0DC9E7-1E0A-AC54-A997-BED6A5CA70DE}"/>
              </a:ext>
            </a:extLst>
          </p:cNvPr>
          <p:cNvSpPr/>
          <p:nvPr/>
        </p:nvSpPr>
        <p:spPr>
          <a:xfrm>
            <a:off x="4083739" y="1814557"/>
            <a:ext cx="6206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12700" cmpd="sng">
                  <a:solidFill>
                    <a:srgbClr val="C00000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A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7499E86-CF30-3CBF-3F62-71C6464FEA60}"/>
              </a:ext>
            </a:extLst>
          </p:cNvPr>
          <p:cNvSpPr/>
          <p:nvPr/>
        </p:nvSpPr>
        <p:spPr>
          <a:xfrm>
            <a:off x="6676103" y="3903111"/>
            <a:ext cx="2536722" cy="348598"/>
          </a:xfrm>
          <a:prstGeom prst="roundRect">
            <a:avLst/>
          </a:prstGeom>
          <a:solidFill>
            <a:srgbClr val="FFCC66">
              <a:alpha val="10196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84FAF4-1EB1-C076-CC2B-FD0F1765CE73}"/>
              </a:ext>
            </a:extLst>
          </p:cNvPr>
          <p:cNvSpPr/>
          <p:nvPr/>
        </p:nvSpPr>
        <p:spPr>
          <a:xfrm>
            <a:off x="7674670" y="4106696"/>
            <a:ext cx="5886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12700" cmpd="sng">
                  <a:solidFill>
                    <a:srgbClr val="C00000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207805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2434</TotalTime>
  <Words>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Garrett Ferrara</dc:creator>
  <cp:lastModifiedBy>Garrett Ferrara</cp:lastModifiedBy>
  <cp:revision>1</cp:revision>
  <dcterms:created xsi:type="dcterms:W3CDTF">2025-11-03T08:25:34Z</dcterms:created>
  <dcterms:modified xsi:type="dcterms:W3CDTF">2025-11-05T01:00:06Z</dcterms:modified>
</cp:coreProperties>
</file>